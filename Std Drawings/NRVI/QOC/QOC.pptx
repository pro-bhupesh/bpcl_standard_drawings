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01" r:id="rId2"/>
    <p:sldId id="291" r:id="rId3"/>
    <p:sldId id="292" r:id="rId4"/>
    <p:sldId id="30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2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1296B-156C-45F1-AAB6-6C22241ED171}" type="datetimeFigureOut">
              <a:rPr lang="en-US" smtClean="0"/>
              <a:t>7/24/2019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31D3F-5307-4A0A-A24A-FC180A357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8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585536" y="762000"/>
            <a:ext cx="3414713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7468520" y="762000"/>
            <a:ext cx="3292475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V="1">
            <a:off x="4088064" y="762000"/>
            <a:ext cx="3290888" cy="0"/>
          </a:xfrm>
          <a:prstGeom prst="line">
            <a:avLst/>
          </a:prstGeom>
          <a:ln w="76200">
            <a:solidFill>
              <a:srgbClr val="FFCA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E:\graphics\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37849"/>
            <a:ext cx="17526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850" y="92075"/>
            <a:ext cx="11858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609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806" y="1275347"/>
            <a:ext cx="9348541" cy="476450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60165" y="6320568"/>
            <a:ext cx="1409478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AC93B19-4D7D-4409-BF99-427388E68DE5}" type="datetimeFigureOut">
              <a:rPr lang="en-IN" smtClean="0"/>
              <a:pPr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320568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891" y="6320569"/>
            <a:ext cx="68333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6C4591-1BDC-42EE-9AA8-E6FF9BEE4AC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033338" y="106190"/>
            <a:ext cx="7435516" cy="57960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 algn="ctr"/>
            <a:r>
              <a:rPr lang="en-US" sz="3600" dirty="0" smtClean="0"/>
              <a:t>Click to edit Master title style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8414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60165" y="6320568"/>
            <a:ext cx="1409478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AC93B19-4D7D-4409-BF99-427388E68DE5}" type="datetimeFigureOut">
              <a:rPr lang="en-IN" smtClean="0"/>
              <a:pPr/>
              <a:t>24-07-2019</a:t>
            </a:fld>
            <a:endParaRPr lang="en-I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320568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891" y="6320569"/>
            <a:ext cx="68333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6C4591-1BDC-42EE-9AA8-E6FF9BEE4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53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7520" y="1273717"/>
            <a:ext cx="5064681" cy="4288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4087" y="1273718"/>
            <a:ext cx="5064680" cy="4288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8360165" y="6320568"/>
            <a:ext cx="1409478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AC93B19-4D7D-4409-BF99-427388E68DE5}" type="datetimeFigureOut">
              <a:rPr lang="en-IN" smtClean="0"/>
              <a:pPr/>
              <a:t>24-07-2019</a:t>
            </a:fld>
            <a:endParaRPr lang="en-IN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320568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891" y="6320569"/>
            <a:ext cx="68333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6C4591-1BDC-42EE-9AA8-E6FF9BEE4AC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9" name="Title 1"/>
          <p:cNvSpPr txBox="1">
            <a:spLocks/>
          </p:cNvSpPr>
          <p:nvPr userDrawn="1"/>
        </p:nvSpPr>
        <p:spPr bwMode="auto">
          <a:xfrm>
            <a:off x="1531579" y="0"/>
            <a:ext cx="8596668" cy="75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 smtClean="0"/>
              <a:t>Click to edit Master title style</a:t>
            </a:r>
            <a:endParaRPr lang="en-US" sz="3600" dirty="0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3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693" y="1271636"/>
            <a:ext cx="5107809" cy="69793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693" y="1847899"/>
            <a:ext cx="5107809" cy="400175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2364" y="1271636"/>
            <a:ext cx="5107803" cy="69793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2366" y="1847899"/>
            <a:ext cx="5107802" cy="400175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60165" y="6320568"/>
            <a:ext cx="1409478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AC93B19-4D7D-4409-BF99-427388E68DE5}" type="datetimeFigureOut">
              <a:rPr lang="en-IN" smtClean="0"/>
              <a:pPr/>
              <a:t>24-07-2019</a:t>
            </a:fld>
            <a:endParaRPr lang="en-I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320568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891" y="6320569"/>
            <a:ext cx="68333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6C4591-1BDC-42EE-9AA8-E6FF9BEE4AC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 bwMode="auto">
          <a:xfrm>
            <a:off x="1411272" y="0"/>
            <a:ext cx="8596668" cy="75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 smtClean="0"/>
              <a:t>Click to edit Master title style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8891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60165" y="6320568"/>
            <a:ext cx="1409478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AC93B19-4D7D-4409-BF99-427388E68DE5}" type="datetimeFigureOut">
              <a:rPr lang="en-IN" smtClean="0"/>
              <a:pPr/>
              <a:t>24-07-2019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320568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891" y="6320569"/>
            <a:ext cx="68333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6C4591-1BDC-42EE-9AA8-E6FF9BEE4AC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1904566" y="0"/>
            <a:ext cx="8596668" cy="75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smtClean="0"/>
              <a:t>Click to edit Master title style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2766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60165" y="6320568"/>
            <a:ext cx="1409478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AC93B19-4D7D-4409-BF99-427388E68DE5}" type="datetimeFigureOut">
              <a:rPr lang="en-IN" smtClean="0"/>
              <a:pPr/>
              <a:t>24-07-2019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320568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3891" y="6320569"/>
            <a:ext cx="683339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6C4591-1BDC-42EE-9AA8-E6FF9BEE4A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7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22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17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49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003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912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5254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169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376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prstGeom prst="rect">
            <a:avLst/>
          </a:prstGeo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AC93B19-4D7D-4409-BF99-427388E68DE5}" type="datetimeFigureOut">
              <a:rPr lang="en-IN" smtClean="0"/>
              <a:t>24-07-2019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AB6C4591-1BDC-42EE-9AA8-E6FF9BEE4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4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EA77291-1402-4B35-A5F4-FC6459E7215C}" type="datetime1">
              <a:rPr lang="en-US"/>
              <a:pPr>
                <a:defRPr/>
              </a:pPr>
              <a:t>7/24/2019</a:t>
            </a:fld>
            <a:endParaRPr lang="en-US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895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240724F-8A57-461D-AFBC-08DDBD985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 userDrawn="1"/>
        </p:nvCxnSpPr>
        <p:spPr>
          <a:xfrm flipV="1">
            <a:off x="585536" y="762000"/>
            <a:ext cx="3414713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 flipV="1">
            <a:off x="7468520" y="762000"/>
            <a:ext cx="3292475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>
          <a:xfrm flipV="1">
            <a:off x="4088064" y="762000"/>
            <a:ext cx="3290888" cy="0"/>
          </a:xfrm>
          <a:prstGeom prst="line">
            <a:avLst/>
          </a:prstGeom>
          <a:ln w="76200">
            <a:solidFill>
              <a:srgbClr val="FFCA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E:\graphics\logo.png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37849"/>
            <a:ext cx="17526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850" y="92075"/>
            <a:ext cx="11858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Connector 13"/>
          <p:cNvCxnSpPr/>
          <p:nvPr userDrawn="1"/>
        </p:nvCxnSpPr>
        <p:spPr>
          <a:xfrm>
            <a:off x="717655" y="6368382"/>
            <a:ext cx="1039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5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89164" y="66261"/>
            <a:ext cx="34451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QOC </a:t>
            </a:r>
            <a:r>
              <a:rPr lang="en-IN" sz="3200" b="1" dirty="0" smtClean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BRANDING</a:t>
            </a:r>
            <a:endParaRPr lang="en-IN" sz="3200" b="1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899" y="1596979"/>
            <a:ext cx="6570583" cy="450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1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991884" y="133712"/>
            <a:ext cx="5612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Branding</a:t>
            </a:r>
            <a:r>
              <a:rPr lang="en-I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of QOC Kiosks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9" y="901519"/>
            <a:ext cx="7806952" cy="53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4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1235075"/>
            <a:ext cx="7444973" cy="500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0" t="35556" r="29404" b="4443"/>
          <a:stretch>
            <a:fillRect/>
          </a:stretch>
        </p:blipFill>
        <p:spPr bwMode="auto">
          <a:xfrm>
            <a:off x="8342313" y="1251364"/>
            <a:ext cx="2727325" cy="508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1889125" y="815891"/>
            <a:ext cx="35060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Backdrop (</a:t>
            </a:r>
            <a:r>
              <a:rPr lang="en-US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3077" name="TextBox 5"/>
          <p:cNvSpPr txBox="1">
            <a:spLocks noChangeArrowheads="1"/>
          </p:cNvSpPr>
          <p:nvPr/>
        </p:nvSpPr>
        <p:spPr bwMode="auto">
          <a:xfrm>
            <a:off x="8286355" y="818763"/>
            <a:ext cx="28392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QOC Machine Branding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85391" y="133712"/>
            <a:ext cx="62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Branding</a:t>
            </a:r>
            <a:r>
              <a:rPr lang="en-I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Elements </a:t>
            </a:r>
            <a:r>
              <a:rPr lang="en-IN" sz="2800" b="1" dirty="0" smtClean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of </a:t>
            </a:r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QOC Kiosks</a:t>
            </a:r>
          </a:p>
        </p:txBody>
      </p:sp>
    </p:spTree>
    <p:extLst>
      <p:ext uri="{BB962C8B-B14F-4D97-AF65-F5344CB8AC3E}">
        <p14:creationId xmlns:p14="http://schemas.microsoft.com/office/powerpoint/2010/main" val="152303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1" y="1298713"/>
            <a:ext cx="7119729" cy="4992354"/>
          </a:xfrm>
          <a:prstGeom prst="rect">
            <a:avLst/>
          </a:prstGeom>
        </p:spPr>
      </p:pic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3770934" y="810112"/>
            <a:ext cx="32496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Backdrop </a:t>
            </a:r>
            <a:r>
              <a:rPr lang="en-US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(Hindi) </a:t>
            </a:r>
            <a:endParaRPr 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35825" y="167623"/>
            <a:ext cx="62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Branding</a:t>
            </a:r>
            <a:r>
              <a:rPr lang="en-IN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Elements </a:t>
            </a:r>
            <a:r>
              <a:rPr lang="en-IN" sz="2800" b="1" dirty="0" smtClean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of </a:t>
            </a:r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QOC Kiosks</a:t>
            </a:r>
          </a:p>
        </p:txBody>
      </p:sp>
    </p:spTree>
    <p:extLst>
      <p:ext uri="{BB962C8B-B14F-4D97-AF65-F5344CB8AC3E}">
        <p14:creationId xmlns:p14="http://schemas.microsoft.com/office/powerpoint/2010/main" val="420651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BPCL Maharatna Star PSU</Template>
  <TotalTime>8789</TotalTime>
  <Words>29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bharath goli reddy (जी भरत रेड्डी)</dc:creator>
  <cp:lastModifiedBy>sebastian jojy (सेबॅस्टियन जोजी)</cp:lastModifiedBy>
  <cp:revision>685</cp:revision>
  <dcterms:created xsi:type="dcterms:W3CDTF">2019-02-28T08:46:46Z</dcterms:created>
  <dcterms:modified xsi:type="dcterms:W3CDTF">2019-07-24T03:40:22Z</dcterms:modified>
</cp:coreProperties>
</file>